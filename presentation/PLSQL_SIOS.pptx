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4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75" r:id="rId7"/>
    <p:sldId id="278" r:id="rId8"/>
    <p:sldId id="260" r:id="rId9"/>
    <p:sldId id="276" r:id="rId10"/>
    <p:sldId id="277" r:id="rId11"/>
    <p:sldId id="264" r:id="rId12"/>
    <p:sldId id="279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12/07/2025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9638" y="108995"/>
            <a:ext cx="7433513" cy="160335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Database development with </a:t>
            </a:r>
            <a:r>
              <a:rPr lang="en-US" sz="36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pl</a:t>
            </a:r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/</a:t>
            </a:r>
            <a:r>
              <a:rPr lang="en-US" sz="36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sql</a:t>
            </a:r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final project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BY: RUREBWAYIRE AMPOZE ARIELLA 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(27640)</a:t>
            </a:r>
          </a:p>
          <a:p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GITHUB LINK: https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://github.com/4ri3ll4/PLSQL_FINAL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 txBox="1">
            <a:spLocks/>
          </p:cNvSpPr>
          <p:nvPr/>
        </p:nvSpPr>
        <p:spPr>
          <a:xfrm>
            <a:off x="3252159" y="3185750"/>
            <a:ext cx="8379544" cy="160335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PROJECT: SMART INVENTORY OPTIMISATION SYSTEM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143423" cy="1456267"/>
          </a:xfrm>
        </p:spPr>
        <p:txBody>
          <a:bodyPr>
            <a:normAutofit/>
          </a:bodyPr>
          <a:lstStyle/>
          <a:p>
            <a:r>
              <a:rPr lang="en-US" sz="4800" b="1" u="sng" dirty="0"/>
              <a:t>Problem Statement</a:t>
            </a:r>
            <a:endParaRPr lang="ru-RU" sz="4800" b="1" u="sng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84" y="1918005"/>
            <a:ext cx="7464069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Manual tracking leads to costly errors, </a:t>
            </a:r>
            <a:r>
              <a:rPr lang="en-US" sz="2400" dirty="0" err="1"/>
              <a:t>stockouts</a:t>
            </a:r>
            <a:r>
              <a:rPr lang="en-US" sz="2400" dirty="0"/>
              <a:t>, and overstocking. </a:t>
            </a:r>
            <a:r>
              <a:rPr lang="en-US" sz="2400" dirty="0" smtClean="0"/>
              <a:t>Delayed </a:t>
            </a:r>
            <a:r>
              <a:rPr lang="en-US" sz="2400" dirty="0"/>
              <a:t>restocking results in lost sales and poor supplier perception. </a:t>
            </a:r>
            <a:r>
              <a:rPr lang="en-US" sz="2400" dirty="0" smtClean="0"/>
              <a:t>Lack </a:t>
            </a:r>
            <a:r>
              <a:rPr lang="en-US" sz="2400" dirty="0"/>
              <a:t>of governance and audit trail creates security risks. </a:t>
            </a: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2400" b="1" dirty="0" smtClean="0"/>
              <a:t>Solution</a:t>
            </a:r>
            <a:r>
              <a:rPr lang="en-US" sz="2400" b="1" dirty="0"/>
              <a:t>:</a:t>
            </a:r>
            <a:r>
              <a:rPr lang="en-US" sz="2400" dirty="0"/>
              <a:t> Automated tracking and intelligence for optimized reorder decisions</a:t>
            </a:r>
            <a:r>
              <a:rPr lang="en-US" dirty="0"/>
              <a:t>.</a:t>
            </a:r>
          </a:p>
        </p:txBody>
      </p:sp>
      <p:pic>
        <p:nvPicPr>
          <p:cNvPr id="1026" name="Picture 2" descr="380+ Cartoon Of The Man Holding Head Stock Illustrations, Royalty-Free  Vector Graphics &amp; Clip Art - i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729" y="2325621"/>
            <a:ext cx="2143125" cy="214312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1" y="1207347"/>
            <a:ext cx="10131425" cy="364913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Maintain </a:t>
            </a:r>
            <a:r>
              <a:rPr lang="en-US" sz="2800" b="1" dirty="0"/>
              <a:t>accurate real-time</a:t>
            </a:r>
            <a:r>
              <a:rPr lang="en-US" sz="2800" dirty="0"/>
              <a:t> stock levels.</a:t>
            </a:r>
          </a:p>
          <a:p>
            <a:r>
              <a:rPr lang="en-US" sz="2800" dirty="0"/>
              <a:t>Auto-generate </a:t>
            </a:r>
            <a:r>
              <a:rPr lang="en-US" sz="2800" b="1" dirty="0"/>
              <a:t>optimized reorder requests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Enforce critical </a:t>
            </a:r>
            <a:r>
              <a:rPr lang="en-US" sz="2800" b="1" dirty="0"/>
              <a:t>business rules</a:t>
            </a:r>
            <a:r>
              <a:rPr lang="en-US" sz="2800" dirty="0"/>
              <a:t> (weekday/holiday restriction). </a:t>
            </a:r>
            <a:endParaRPr lang="en-US" sz="2800" dirty="0" smtClean="0"/>
          </a:p>
          <a:p>
            <a:r>
              <a:rPr lang="en-US" sz="2800" dirty="0" smtClean="0"/>
              <a:t>Provide </a:t>
            </a:r>
            <a:r>
              <a:rPr lang="en-US" sz="2800" b="1" dirty="0"/>
              <a:t>Business Intelligence</a:t>
            </a:r>
            <a:r>
              <a:rPr lang="en-US" sz="2800" dirty="0"/>
              <a:t> (BI) for decision support. </a:t>
            </a:r>
            <a:endParaRPr lang="en-US" sz="2800" dirty="0" smtClean="0"/>
          </a:p>
          <a:p>
            <a:r>
              <a:rPr lang="en-US" sz="2800" b="1" dirty="0" smtClean="0"/>
              <a:t>Scope</a:t>
            </a:r>
            <a:r>
              <a:rPr lang="en-US" sz="2800" b="1" dirty="0"/>
              <a:t>:</a:t>
            </a:r>
            <a:r>
              <a:rPr lang="en-US" sz="2800" dirty="0"/>
              <a:t> Procurement, Sales Logging, Stock Control, and Auditing.</a:t>
            </a:r>
          </a:p>
        </p:txBody>
      </p:sp>
    </p:spTree>
    <p:extLst>
      <p:ext uri="{BB962C8B-B14F-4D97-AF65-F5344CB8AC3E}">
        <p14:creationId xmlns:p14="http://schemas.microsoft.com/office/powerpoint/2010/main" val="35847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1" y="17272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Database Design (Phase III)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205" y="1439615"/>
            <a:ext cx="10044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is normalized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 Normal Form (3NF)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integrity.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Dimension Tables: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SUPPLIERS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Fact Tables: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INVENTORY_LOG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 all stock movements),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 governance).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Support: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HOLIDAYS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table drives the security restriction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04" y="2783792"/>
            <a:ext cx="6561137" cy="395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0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5" y="81280"/>
            <a:ext cx="8554473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Process Flow (Phase II)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5684" y="1918005"/>
            <a:ext cx="7464069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0" y="1412136"/>
            <a:ext cx="961192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process flow is demonstrated by this BPMN diagram: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5" y="1827634"/>
            <a:ext cx="8648936" cy="48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0480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 PL/SQL Development (Phase VI)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870100"/>
            <a:ext cx="1033712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 grouped into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PKG_INVENTORY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Package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10_pkg_inventory_spec.sql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11_pkg_inventory_body.sql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Function: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F_REORDER_CHECK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(or similar) determines if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stock_quantity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below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reorder_level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Explicit Cursors for efficient multi-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rowprocessing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custom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20" y="3169921"/>
            <a:ext cx="7498080" cy="36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4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3" y="0"/>
            <a:ext cx="10131425" cy="1456267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RESTRICTIONS &amp; </a:t>
            </a:r>
            <a:r>
              <a:rPr lang="en-US" b="1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Auditing (Phase VII)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243030"/>
            <a:ext cx="113031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Rule enforced via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DML operations. *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Employees CANNOT INSERT/UPDATE/DELETE on WEEKDAYS or PUBLIC HOLIDAYS.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trigger calls a restriction function and logs the attempt in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STATUS='DENIED'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This fulfills the security and auditing requirement.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788" y="2536165"/>
            <a:ext cx="8344329" cy="416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ight sky with mountains on the horizon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0" y="0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25" y="-128105"/>
            <a:ext cx="4768274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u="sng" dirty="0" smtClean="0"/>
              <a:t>BI &amp; Analytics</a:t>
            </a:r>
            <a:endParaRPr lang="en-US" b="1" u="sng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1571372" y="943755"/>
            <a:ext cx="93571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 Defined: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 Turnover,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Rate, Supplier Performance, Audit Violations.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Executive Summary, Audit Monitoring, and Performance Dashboard (Show Mockups).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12_analytics_examples.sql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LAG()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to analyze sales trends and ranking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749" y="4207594"/>
            <a:ext cx="4587701" cy="25622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538" y="1857187"/>
            <a:ext cx="4328252" cy="24434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3" y="1950219"/>
            <a:ext cx="4045789" cy="22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3" y="0"/>
            <a:ext cx="10131425" cy="1456267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&amp; VERIFICATION</a:t>
            </a:r>
            <a:endParaRPr lang="en-US" b="1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0" y="1315988"/>
            <a:ext cx="1157224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scripts tested and error-free 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03_test_queries.sql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Validation: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100 rows inserted into main tables for realistic testing.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Test Result: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successful log entry in the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where a DML action was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DENIED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the holiday rule.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 of Concept: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 table data (5-10 rows).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3" y="3805783"/>
            <a:ext cx="4884113" cy="28624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141" y="3275025"/>
            <a:ext cx="4982934" cy="28669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442" y="2482412"/>
            <a:ext cx="5087948" cy="294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9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21920" y="1861734"/>
            <a:ext cx="124053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/>
              <a:t>Achievements:</a:t>
            </a:r>
            <a:r>
              <a:rPr lang="en-US" dirty="0"/>
              <a:t> System is functional, automated, and compliant with all project phases. </a:t>
            </a:r>
            <a:endParaRPr lang="en-US" dirty="0" smtClean="0"/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 smtClean="0"/>
              <a:t>Future </a:t>
            </a:r>
            <a:r>
              <a:rPr lang="en-US" b="1" dirty="0"/>
              <a:t>Work:</a:t>
            </a:r>
            <a:r>
              <a:rPr lang="en-US" dirty="0"/>
              <a:t> Integration with a front-end system or adding a forecasting model. </a:t>
            </a:r>
            <a:endParaRPr lang="en-US" dirty="0" smtClean="0"/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 smtClean="0"/>
              <a:t>Final </a:t>
            </a:r>
            <a:r>
              <a:rPr lang="en-US" b="1" dirty="0"/>
              <a:t>Thought:</a:t>
            </a:r>
            <a:r>
              <a:rPr lang="en-US" dirty="0"/>
              <a:t> This project demonstrates mastery of Oracle DDL, DML, PL/SQL, Triggers, and BI principles.</a:t>
            </a:r>
            <a:endParaRPr lang="en-US" altLang="en-US" cap="none" dirty="0" smtClean="0">
              <a:latin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933" y="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b="1" u="sng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b="1" u="sng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0257C101-46E1-4CAE-AE60-1AB79022B7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2C2FA-3740-4055-BA8A-74A1458F4A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15B3C4-7FB6-414C-8C24-8862C0E6C9F3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16c05727-aa75-4e4a-9b5f-8a80a1165891"/>
    <ds:schemaRef ds:uri="http://purl.org/dc/terms/"/>
    <ds:schemaRef ds:uri="http://purl.org/dc/elements/1.1/"/>
    <ds:schemaRef ds:uri="http://schemas.microsoft.com/office/infopath/2007/PartnerControls"/>
    <ds:schemaRef ds:uri="71af3243-3dd4-4a8d-8c0d-dd76da1f02a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0</TotalTime>
  <Words>470</Words>
  <Application>Microsoft Office PowerPoint</Application>
  <PresentationFormat>Widescreen</PresentationFormat>
  <Paragraphs>56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Celestial</vt:lpstr>
      <vt:lpstr>Database development with pl/sql final project</vt:lpstr>
      <vt:lpstr>Problem Statement</vt:lpstr>
      <vt:lpstr>Project Objectives &amp; Scope</vt:lpstr>
      <vt:lpstr>Logical Database Design (Phase III)</vt:lpstr>
      <vt:lpstr>Business Process Flow (Phase II)</vt:lpstr>
      <vt:lpstr>Core PL/SQL Development (Phase VI)</vt:lpstr>
      <vt:lpstr>RESTRICTIONS &amp; Auditing (Phase VII)</vt:lpstr>
      <vt:lpstr>BI &amp; Analytics</vt:lpstr>
      <vt:lpstr>TESTING &amp; VERIFICATION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2025-12-06T18:49:36Z</dcterms:created>
  <dcterms:modified xsi:type="dcterms:W3CDTF">2025-12-07T00:49:56Z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